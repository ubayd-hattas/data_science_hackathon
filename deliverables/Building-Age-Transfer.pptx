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one line: a building-age classifier that ports to a new city on a few hundred labels. Abstract is on the slide; don't read it out 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cross-city framing — that is what the rubric rewards. The 1984 split matters and comes back on the results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row per pixel is the single most important preprocessing choice. Mention gap-filling briefly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box diagram if you have time to make one. The leakage point here pre-empts the biggest deduction on the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Analogy: same map, different grid reference. CORAL re-prints Madrid's data on Amsterdam's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cheap accounting fixes stacked. None of them is a new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numbers WITH their error bars. Point out zero-shot raw → CORAL, then the climb across the five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the whole talk with THIS slide's story if you can: few labels close the gap. Everything else is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 these confidently and briefly — they are the originality / insightful-failure points on the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you know the ceiling is worth marks. Do not over-claim.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member speaks to their own slide at least once — the rubric checks this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A City-Portable Building-Age Classifier</a:t>
            </a:r>
          </a:p>
          <a:p>
            <a:pPr>
              <a:defRPr sz="1500">
                <a:solidFill>
                  <a:srgbClr val="D95F0E"/>
                </a:solidFill>
              </a:defRPr>
            </a:pPr>
            <a:r>
              <a:t>from 40 years of Landsat  ·  Madrid → Amsterdam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500">
                <a:solidFill>
                  <a:srgbClr val="1A1A1A"/>
                </a:solidFill>
              </a:defRPr>
            </a:pPr>
            <a:r>
              <a:t>Predicting building construction era from 30 m Landsat imagery is hard, and harder across cities: a model trained on Madrid must work in Amsterdam, where building materials, climate and urban form all differ. We compress each pixel's 40-year, six-band reflectance series into 60 temporal statistics and train a class-balanced Random Forest on Madrid. Transfer rests on two unsupervised, label-free alignments: CORAL matches Madrid's feature covariance to Amsterdam's before training (zero-shot macro-F1 0.45 to 0.55), and budget-scaled ZCA whitening with a small local classifier, blended with the CORAL model, handles the few-shot regime. With 100 labelled Amsterdam pixels per class the transferred model matches Madrid's own in-city score (0.68 vs 0.63). Residual error concentrates on pre-1984 classes, which carry no construction event in the satellite record. Simple distribution alignment beat a learned embedding, ordinal loss, self-training and label-shift correction.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Team &lt;name&gt;  ·  &lt;member A&gt;, &lt;member B&gt;, &lt;member C&gt;, &lt;member D&gt;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Task: classify the age class (1–4) of buildings in a 30 m Landsat pixel.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Why it is possible: materials and weathering change a surface's spectral fingerprint over 40 years of imagery.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The real challenge: generalise to a NEW city with few local labels.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Madrid → Amsterdam is the test case for ‘any city on Earth’.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Brick vs concrete, maritime vs Mediterranean, different urban form.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Four classes split at the satellite record: 1 &amp; 2 are pre-1984 (finished before the cameras), 3 &amp; 4 were built on-camera.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Data →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Raw: one row per (pixel, year), up to 3 observations/year, ~40 years, 6 bands.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Key decision: collapse to ONE row per pixel — 60 temporal statistics.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mean &amp; std: overall, early period (1984–2003), late period (2004+), year-on-year change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5 spectral indices (NDVI, NDBI, UI, MNDWI, BSI) + 2 data-coverage flags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Why: per-year rows would leak temporal structure; summaries force the model to use trends and variability.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Early/late split targets classes 3 &amp; 4 — their construction event sits inside the record and shows as a contrast between the windows.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Approach in one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Stage 1:  Madrid features  →  [CORAL align]  →  Random Forest (300 trees, class-balanced).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Two ways out to Amsterdam: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0 labels  →  the CORAL-aligned model, used directly (zero-shot).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n labels  →  whiten Amsterdam (shrinkage ∝ n)  →  small RF on the support set  →  blend its vote with the CORAL model.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Every alignment is unsupervised: covariances come from the UNLABELLED Amsterdam pool; the only target labels are the n-per-class support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Zero-shot: CORAL alignment</a:t>
            </a:r>
          </a:p>
          <a:p>
            <a:pPr>
              <a:defRPr sz="1500">
                <a:solidFill>
                  <a:srgbClr val="D95F0E"/>
                </a:solidFill>
              </a:defRPr>
            </a:pPr>
            <a:r>
              <a:t>no Amsterdam labels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Plain Madrid model on Amsterdam: macro-F1 0.45. The decision rules are right; the coordinates are Madrid's.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CORAL: whiten Madrid's feature covariance, re-colour it with Amsterdam's, BEFORE training — so boundaries are learned in the target's coordinates.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Result:  0.45  →  0.55.  ~15 lines of linear algebra, zero labels.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Recovers roughly half the Madrid–Amsterdam domain gap on its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Few-shot: whiten → local head → blend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The 60 features are ~two-thirds redundant; nearest-prototype distance double-counts the redundant blocks.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ZCA whitening untangles them — but needs data, so shrink it toward plain scaling when labels are scarce (dial set by the budget n).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Small Random Forest on the whitened support beats nearest-prototype (~+0.02).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Blend its probabilities with the CORAL model, weight clip(n/50, 0.4, 0.95) — shifts local as n grows. Adds +0.01 to +0.04, biggest at n =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Results — macro-F1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463040" y="1554480"/>
          <a:ext cx="9144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± std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Madrid 5x5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Amsterdam zero-shot (raw)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Amsterdam zero-shot (CORAL)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0.5449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Amsterdam few-shot, 5/class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0.02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Amsterdam few-shot, 25/class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0.009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Amsterdam few-shot, 50/class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0.6591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0.0089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Amsterdam few-shot, 100/class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0.6795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0.0091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Amsterdam few-shot, 200/class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0.6854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0.0078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F1 vs. labels per class</a:t>
            </a:r>
          </a:p>
        </p:txBody>
      </p:sp>
      <p:pic>
        <p:nvPicPr>
          <p:cNvPr id="3" name="Picture 2" descr="transfe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6729984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55448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• Steep rise to ~50 labels, then a plateau.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• The plateau sits at the Madrid in-city score — by 100 labels/class the transferred model is as good on Amsterdam as any model is at home.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• Error bars widest at n = 5 (±0.02): tiny support, unstable class means.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• Low-data point (25/class) is only ~0.04 below the plateau.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What did not work —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Triplet-loss embedding — features already linearly separable, nothing to learn.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Ordinal loss — shrinks error SIZE, not right-vs-wrong; macro-F1 unmoved.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Label-shift (EM) correction — needs calibrated probabilities; the domain gap breaks that (0.54 → 0.44).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Self-training on 25k unlabelled — ~35% pseudo-label error at low n, compounds every round.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Gradient boosting — ties RF in-city, collapses at 5 labels.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Theme: every attempt to be cleverer than the data lost; every accounting fix won.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Limitations &amp;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Classes 1 vs 2 (both pre-1984) are the main residual error — no construction event to separate them. A data limit, matching the pre-war building-age literature.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Spatial-context features help in-city (+0.04 Madrid CV) but break raw transfer — deliberately excluded from the final pipeline.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All numbers: full 5×5 CV, fixed seed; dev-time quick runs agreed to ±0.01.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Next: hyper-parameter tuning, per-decade features, a dedicated class-1/2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Team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&lt;member A&gt; — feature engineering, data pipeline (src/data.py)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&lt;member B&gt; — domain alignment: CORAL, whitening (src/adapt.py)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&lt;member C&gt; — evaluation harness, few-shot curve, self-training (src/evaluate.py)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&lt;member D&gt; — results analysis, write-up, presentation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• All experiments reproducible: scripts/run_*.py, one fixed seed.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